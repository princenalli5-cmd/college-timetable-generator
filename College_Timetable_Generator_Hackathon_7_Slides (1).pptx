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75520" y="1051560"/>
            <a:ext cx="9144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81360" y="2057400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04672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</a:defRPr>
            </a:pPr>
            <a:r>
              <a:rPr dirty="0"/>
              <a:t>College Timetable</a:t>
            </a:r>
            <a:br>
              <a:rPr dirty="0"/>
            </a:br>
            <a:r>
              <a:rPr dirty="0"/>
              <a:t>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69494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0">
                <a:solidFill>
                  <a:srgbClr val="BEC6D2"/>
                </a:solidFill>
              </a:defRPr>
            </a:pPr>
            <a:r>
              <a:t>Conflict-free class scheduling using Graph Coloring, Greedy Strategy &amp; Backtracking.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429000"/>
            <a:ext cx="137160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461004"/>
            <a:ext cx="1371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3429000"/>
            <a:ext cx="128016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12848" y="3461004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Flask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4" y="3429000"/>
            <a:ext cx="164592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21024" y="3461004"/>
            <a:ext cx="16459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3429000"/>
            <a:ext cx="182880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3461004"/>
            <a:ext cx="1828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HTML / CSS / 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60520"/>
            <a:ext cx="3200400" cy="24140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25112"/>
            <a:ext cx="28803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2880360" cy="196053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lang="en-US" sz="1600" dirty="0"/>
              <a:t>Name : G Dheeraj</a:t>
            </a:r>
          </a:p>
          <a:p>
            <a:pPr algn="l">
              <a:defRPr sz="1300" b="0">
                <a:solidFill>
                  <a:srgbClr val="BEC6D2"/>
                </a:solidFill>
              </a:defRPr>
            </a:pPr>
            <a:endParaRPr lang="en-US" sz="1600" dirty="0"/>
          </a:p>
          <a:p>
            <a:pPr algn="l">
              <a:defRPr sz="1300" b="0">
                <a:solidFill>
                  <a:srgbClr val="BEC6D2"/>
                </a:solidFill>
              </a:defRPr>
            </a:pPr>
            <a:r>
              <a:rPr lang="en-US" sz="1600" dirty="0"/>
              <a:t>Name : G. Vishnu Vardhan Reddy</a:t>
            </a:r>
          </a:p>
          <a:p>
            <a:pPr algn="l">
              <a:defRPr sz="1300" b="0">
                <a:solidFill>
                  <a:srgbClr val="BEC6D2"/>
                </a:solidFill>
              </a:defRPr>
            </a:pPr>
            <a:endParaRPr lang="en-US" sz="1600" dirty="0"/>
          </a:p>
          <a:p>
            <a:pPr algn="l">
              <a:defRPr sz="1300" b="0">
                <a:solidFill>
                  <a:srgbClr val="BEC6D2"/>
                </a:solidFill>
              </a:defRPr>
            </a:pPr>
            <a:r>
              <a:rPr lang="en-US" sz="1600" dirty="0"/>
              <a:t>Name : Chinna Raju</a:t>
            </a:r>
          </a:p>
          <a:p>
            <a:pPr algn="l">
              <a:defRPr sz="1300" b="0">
                <a:solidFill>
                  <a:srgbClr val="BEC6D2"/>
                </a:solidFill>
              </a:defRPr>
            </a:pPr>
            <a:endParaRPr lang="en-US" sz="1600" dirty="0"/>
          </a:p>
          <a:p>
            <a:pPr algn="l">
              <a:defRPr sz="1300" b="0">
                <a:solidFill>
                  <a:srgbClr val="BEC6D2"/>
                </a:solidFill>
              </a:defRPr>
            </a:pPr>
            <a:r>
              <a:rPr lang="en-US" sz="1600" dirty="0"/>
              <a:t>Name : Shaik Shareef</a:t>
            </a:r>
          </a:p>
          <a:p>
            <a:pPr algn="l">
              <a:defRPr sz="1300" b="0">
                <a:solidFill>
                  <a:srgbClr val="BEC6D2"/>
                </a:solidFill>
              </a:defRPr>
            </a:pP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4160520" y="4160520"/>
            <a:ext cx="3200400" cy="24140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4325112"/>
            <a:ext cx="28803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Problem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727448"/>
            <a:ext cx="2880360" cy="8987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lang="en-US" sz="2800" dirty="0"/>
              <a:t>College  Timetable Generator 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The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Real-World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54679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Colleges must schedule subjects, faculty, rooms and student batches across limited periods—without conflicts.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79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Manual scheduling is slow, error-prone and difficult to update when rooms, faculty or availability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Key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154679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• Faculty clash</a:t>
            </a:r>
            <a:br/>
            <a:r>
              <a:t>• Room clash</a:t>
            </a:r>
            <a:br/>
            <a:r>
              <a:t>• Student-batch clash</a:t>
            </a:r>
            <a:br/>
            <a:r>
              <a:t>• Availability &amp;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</a:defRPr>
            </a:pPr>
            <a:r>
              <a:t>Scheduling becomes a constraint-satisfaction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2"/>
            <a:ext cx="10241280" cy="173736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BEC6D2"/>
                </a:solidFill>
              </a:defRPr>
            </a:pPr>
            <a:r>
              <a:rPr dirty="0"/>
              <a:t>• Multiple subjects compete for the same time periods and resources.</a:t>
            </a:r>
          </a:p>
          <a:p>
            <a:pPr>
              <a:spcAft>
                <a:spcPts val="900"/>
              </a:spcAft>
              <a:defRPr sz="1600">
                <a:solidFill>
                  <a:srgbClr val="BEC6D2"/>
                </a:solidFill>
              </a:defRPr>
            </a:pPr>
            <a:r>
              <a:rPr dirty="0"/>
              <a:t>• Every decision can create new conflicts elsewhere in the timetable.</a:t>
            </a:r>
          </a:p>
          <a:p>
            <a:pPr>
              <a:spcAft>
                <a:spcPts val="900"/>
              </a:spcAft>
              <a:defRPr sz="1600">
                <a:solidFill>
                  <a:srgbClr val="BEC6D2"/>
                </a:solidFill>
              </a:defRPr>
            </a:pPr>
            <a:r>
              <a:rPr dirty="0"/>
              <a:t>• The system must produce an understandable timetable—not just a numeric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F5F7FA"/>
                </a:solidFill>
              </a:defRPr>
            </a:pPr>
            <a:r>
              <a:t>Algorithm-first scheduling with visible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1" y="2057400"/>
            <a:ext cx="5120640" cy="347472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EC6D2"/>
                </a:solidFill>
              </a:defRPr>
            </a:pPr>
            <a:r>
              <a:rPr dirty="0"/>
              <a:t>• Model timetable conflicts as a graph: subjects are vertices and conflicts are edges.</a:t>
            </a:r>
          </a:p>
          <a:p>
            <a:pPr>
              <a:spcAft>
                <a:spcPts val="900"/>
              </a:spcAft>
              <a:defRPr sz="1500">
                <a:solidFill>
                  <a:srgbClr val="BEC6D2"/>
                </a:solidFill>
              </a:defRPr>
            </a:pPr>
            <a:r>
              <a:rPr dirty="0"/>
              <a:t>• Use Graph Coloring to assign non-conflicting periods/resources.</a:t>
            </a:r>
          </a:p>
          <a:p>
            <a:pPr>
              <a:spcAft>
                <a:spcPts val="900"/>
              </a:spcAft>
              <a:defRPr sz="1500">
                <a:solidFill>
                  <a:srgbClr val="BEC6D2"/>
                </a:solidFill>
              </a:defRPr>
            </a:pPr>
            <a:r>
              <a:rPr dirty="0"/>
              <a:t>• Use Greedy selection for fast, locally feasible assignments.</a:t>
            </a:r>
          </a:p>
          <a:p>
            <a:pPr>
              <a:spcAft>
                <a:spcPts val="900"/>
              </a:spcAft>
              <a:defRPr sz="1500">
                <a:solidFill>
                  <a:srgbClr val="BEC6D2"/>
                </a:solidFill>
              </a:defRPr>
            </a:pPr>
            <a:r>
              <a:rPr dirty="0"/>
              <a:t>• Use Backtracking to undo choices when a valid solution becomes impossible.</a:t>
            </a:r>
          </a:p>
          <a:p>
            <a:pPr>
              <a:spcAft>
                <a:spcPts val="900"/>
              </a:spcAft>
              <a:defRPr sz="1500">
                <a:solidFill>
                  <a:srgbClr val="BEC6D2"/>
                </a:solidFill>
              </a:defRPr>
            </a:pPr>
            <a:r>
              <a:rPr dirty="0"/>
              <a:t>• Store inputs and generated schedules so users can review and regenerate.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399032"/>
            <a:ext cx="2057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Conflict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01368"/>
            <a:ext cx="20574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Edges represent clashes between subjects, batches, faculty or rooms.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23444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6840" y="1234440"/>
            <a:ext cx="64008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08008" y="1399032"/>
            <a:ext cx="2057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Smart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1801368"/>
            <a:ext cx="20574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Greedy picks the best locally feasible option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8036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880360"/>
            <a:ext cx="6400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3044952"/>
            <a:ext cx="2057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47288"/>
            <a:ext cx="20574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Backtracking revisits decisions when constraints fail.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880360"/>
            <a:ext cx="23774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2880360"/>
            <a:ext cx="6400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08008" y="3044952"/>
            <a:ext cx="2057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Explainable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447288"/>
            <a:ext cx="20574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The final timetable shows assignments and avoided clashes.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47548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</a:defRPr>
            </a:pPr>
            <a:r>
              <a:t>Unique approach:</a:t>
            </a:r>
            <a:br/>
            <a:r>
              <a:t>combine speed + correctness +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F5F7FA"/>
                </a:solidFill>
              </a:defRPr>
            </a:pPr>
            <a:r>
              <a:t>Input → Processing → Algorithm →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828800" cy="1874519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16093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1609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BEC6D2"/>
                </a:solidFill>
              </a:defRPr>
            </a:pPr>
            <a:r>
              <a:t>Subjects</a:t>
            </a:r>
            <a:br/>
            <a:r>
              <a:t>Faculty</a:t>
            </a:r>
            <a:br/>
            <a:r>
              <a:t>Rooms</a:t>
            </a:r>
            <a:br/>
            <a:r>
              <a:t>Availability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816352"/>
            <a:ext cx="347472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874519"/>
            <a:ext cx="1828800" cy="1874519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395728"/>
            <a:ext cx="16093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Build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852928"/>
            <a:ext cx="1609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BEC6D2"/>
                </a:solidFill>
              </a:defRPr>
            </a:pPr>
            <a:r>
              <a:t>Create conflict graph</a:t>
            </a:r>
            <a:br/>
            <a:r>
              <a:t>&amp; constraints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81728" y="2816352"/>
            <a:ext cx="347472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874519"/>
            <a:ext cx="1828800" cy="1874519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59" y="202996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395728"/>
            <a:ext cx="16093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852928"/>
            <a:ext cx="1609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BEC6D2"/>
                </a:solidFill>
              </a:defRPr>
            </a:pPr>
            <a:r>
              <a:t>Greedy + Graph Coloring</a:t>
            </a:r>
            <a:br/>
            <a:r>
              <a:t>+ Backtracking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22008" y="2816352"/>
            <a:ext cx="347472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1874519"/>
            <a:ext cx="1828800" cy="1874519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02996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395728"/>
            <a:ext cx="16093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2852928"/>
            <a:ext cx="1609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BEC6D2"/>
                </a:solidFill>
              </a:defRPr>
            </a:pPr>
            <a:r>
              <a:t>Check faculty, room</a:t>
            </a:r>
            <a:br/>
            <a:r>
              <a:t>&amp; batch clashes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62288" y="2816352"/>
            <a:ext cx="34747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55480" y="1874519"/>
            <a:ext cx="1828800" cy="1874519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19" y="202996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7" y="2395728"/>
            <a:ext cx="16093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7" y="2852928"/>
            <a:ext cx="1609344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BEC6D2"/>
                </a:solidFill>
              </a:defRPr>
            </a:pPr>
            <a:r>
              <a:t>Readable timetable</a:t>
            </a:r>
            <a:br/>
            <a:r>
              <a:t>&amp; decision details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389120"/>
            <a:ext cx="2971800" cy="12344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" y="438912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98448" y="4553712"/>
            <a:ext cx="2651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User Journey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956048"/>
            <a:ext cx="2651760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dirty="0"/>
              <a:t>Enter scheduling data → generate → inspect conflicts → accept or regenerate.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4389120"/>
            <a:ext cx="2971800" cy="12344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17720" y="4389120"/>
            <a:ext cx="64008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4553712"/>
            <a:ext cx="2651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Decision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4956048"/>
            <a:ext cx="2651760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Show selected period, room and faculty assignments plus rejected/conflicting choices.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389120"/>
            <a:ext cx="2971800" cy="12344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438912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8" y="4553712"/>
            <a:ext cx="2651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Final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956048"/>
            <a:ext cx="2651760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A timetable that is easy to read, verify and update.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Technology &amp;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743200" cy="34747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2423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883664"/>
            <a:ext cx="2423160" cy="2816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dirty="0"/>
              <a:t>Frontend</a:t>
            </a:r>
            <a:br>
              <a:rPr dirty="0"/>
            </a:br>
            <a:r>
              <a:rPr dirty="0"/>
              <a:t>HTML • CSS • JavaScript</a:t>
            </a:r>
            <a:br>
              <a:rPr dirty="0"/>
            </a:br>
            <a:br>
              <a:rPr dirty="0"/>
            </a:br>
            <a:r>
              <a:rPr dirty="0"/>
              <a:t>Backend</a:t>
            </a:r>
            <a:br>
              <a:rPr dirty="0"/>
            </a:br>
            <a:r>
              <a:rPr dirty="0"/>
              <a:t>Python • Flask</a:t>
            </a:r>
            <a:br>
              <a:rPr dirty="0"/>
            </a:br>
            <a:br>
              <a:rPr dirty="0"/>
            </a:br>
            <a:r>
              <a:rPr dirty="0"/>
              <a:t>Database</a:t>
            </a:r>
            <a:br>
              <a:rPr dirty="0"/>
            </a:br>
            <a:r>
              <a:rPr dirty="0"/>
              <a:t>SQLite</a:t>
            </a:r>
            <a:br>
              <a:rPr dirty="0"/>
            </a:br>
            <a:br>
              <a:rPr dirty="0"/>
            </a:br>
            <a:r>
              <a:rPr dirty="0"/>
              <a:t>Architecture</a:t>
            </a:r>
            <a:br>
              <a:rPr dirty="0"/>
            </a:br>
            <a:r>
              <a:rPr dirty="0"/>
              <a:t>REST-style API + web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2514600" cy="34747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234440"/>
            <a:ext cx="64008" cy="3474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3990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Graph Coloring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801368"/>
            <a:ext cx="2194560" cy="2816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Subjects become vertices; conflicts become edges. Different colors represent different available periods/resources.</a:t>
            </a:r>
            <a:br/>
            <a:br/>
            <a:r>
              <a:t>Goal: adjacent conflicting subjects get different colors.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514600" cy="34747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64008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3990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Greedy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801368"/>
            <a:ext cx="2194560" cy="2816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Choose the best currently feasible assignment according to a clear rule—such as highest conflict degree first or earliest valid slot.</a:t>
            </a:r>
            <a:br/>
            <a:br/>
            <a:r>
              <a:t>Fast and practical for initial scheduling.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234440"/>
            <a:ext cx="2514600" cy="34747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1234440"/>
            <a:ext cx="64008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13990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Backtracking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801368"/>
            <a:ext cx="2194560" cy="2816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Build the timetable step by step. If a choice blocks future assignments, undo it and try another option.</a:t>
            </a:r>
            <a:br/>
            <a:br/>
            <a:r>
              <a:t>Provides a correctness-oriented fallback.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BEC6D2"/>
                </a:solidFill>
              </a:defRPr>
            </a:pPr>
            <a:r>
              <a:t>Complexity: Graph coloring is generally hard; greedy is fast, while backtracking may grow exponentially in the worst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6928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Design principle: use fast heuristics first, then backtrack only when constraints require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4114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F5F7FA"/>
                </a:solidFill>
              </a:defRPr>
            </a:pPr>
            <a:r>
              <a:t>Sample generated timetable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830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7FA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7FA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7FA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7FA"/>
                          </a:solidFill>
                        </a:defRPr>
                      </a:pPr>
                      <a:r>
                        <a:t>Room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7FA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09:00–10:00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Dr. Rao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R-101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CSE-A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10:00–11:00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DAA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Ms. Priya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R-203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CSE-B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11:00–12:00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Mr. Kumar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Lab-1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CSE-A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12:00–01:00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Web Tech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Dr. Anu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t>R-102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CSE-B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17320"/>
            <a:ext cx="3977639" cy="1143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64008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0939" y="1472184"/>
            <a:ext cx="365759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rPr dirty="0"/>
              <a:t>Conflict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1" y="1810512"/>
            <a:ext cx="3657599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dirty="0"/>
              <a:t>✓ No faculty clash</a:t>
            </a:r>
            <a:br>
              <a:rPr dirty="0"/>
            </a:br>
            <a:r>
              <a:rPr dirty="0"/>
              <a:t>✓ No room clash</a:t>
            </a:r>
            <a:br>
              <a:rPr dirty="0"/>
            </a:br>
            <a:r>
              <a:rPr dirty="0"/>
              <a:t>✓ No student-batch clash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18" y="2766060"/>
            <a:ext cx="3977639" cy="1143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74320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20937" y="2839212"/>
            <a:ext cx="365759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rPr dirty="0"/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214117"/>
            <a:ext cx="3657599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dirty="0"/>
              <a:t>Fast greedy assignment handles normal cases; backtracking resolves difficult constraint combinations.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069080"/>
            <a:ext cx="3977639" cy="1143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4069080"/>
            <a:ext cx="6400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4197097"/>
            <a:ext cx="365759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Practical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636008"/>
            <a:ext cx="3657599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rPr dirty="0"/>
              <a:t>Less manual effort • fewer scheduling errors • easier updates • transparent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Future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383280" cy="1874519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18745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44751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Current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63240" cy="1216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Working algorithm-centric prototype that models conflicts, generates schedules and validates resource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874519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64008" cy="18745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44751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47088"/>
            <a:ext cx="3063240" cy="1216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AI-assisted preferences, faculty workload balancing, automatic rescheduling and richer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383280" cy="1874519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64008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44751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47088"/>
            <a:ext cx="3063240" cy="1216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BEC6D2"/>
                </a:solidFill>
              </a:defRPr>
            </a:pPr>
            <a:r>
              <a:t>Containerized deployment, caching, role-based access, monitoring and support for multiple departments/campuses.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06070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</a:defRPr>
            </a:pPr>
            <a:r>
              <a:t>Final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15968"/>
            <a:ext cx="969264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0">
                <a:solidFill>
                  <a:srgbClr val="BEC6D2"/>
                </a:solidFill>
              </a:defRPr>
            </a:pPr>
            <a:r>
              <a:t>We turn a complex college scheduling problem into an explainable algorithmic workflow—combining Graph Coloring, Greedy selection and Backtracking to deliver practical, conflict-free timetables.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F95E6-F15C-2356-A034-0E77A9A4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49D7C9-2230-5C1E-D10E-C87CD137A69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D95E8-CCFE-FCF9-04AD-4264078A723C}"/>
              </a:ext>
            </a:extLst>
          </p:cNvPr>
          <p:cNvSpPr txBox="1"/>
          <p:nvPr/>
        </p:nvSpPr>
        <p:spPr>
          <a:xfrm>
            <a:off x="11362560" y="32004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6D2"/>
                </a:solidFill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E745C-B85E-3E9B-7979-D25AC1191669}"/>
              </a:ext>
            </a:extLst>
          </p:cNvPr>
          <p:cNvSpPr txBox="1"/>
          <p:nvPr/>
        </p:nvSpPr>
        <p:spPr>
          <a:xfrm>
            <a:off x="2999232" y="2514600"/>
            <a:ext cx="65471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accent1"/>
                </a:solidFill>
              </a:rPr>
              <a:t>THANK YOU</a:t>
            </a:r>
            <a:endParaRPr lang="en-IN" sz="8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50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722</Words>
  <Application>Microsoft Office PowerPoint</Application>
  <PresentationFormat>Widescreen</PresentationFormat>
  <Paragraphs>127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shaikshareefshaikshareef123@outlook.com</cp:lastModifiedBy>
  <cp:revision>3</cp:revision>
  <dcterms:created xsi:type="dcterms:W3CDTF">2013-01-27T09:14:16Z</dcterms:created>
  <dcterms:modified xsi:type="dcterms:W3CDTF">2026-10-03T05:39:32Z</dcterms:modified>
  <cp:category/>
</cp:coreProperties>
</file>